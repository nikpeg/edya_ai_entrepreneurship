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48fd71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48fd71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48fd71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48fd71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148fd714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148fd714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48fd714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48fd714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148fd714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148fd714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48fd714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48fd714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48fd714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148fd714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148fd714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148fd714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48fd714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148fd714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48fd714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148fd714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48fd714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48fd714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Название решения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группа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дата в формате месяц.год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ФИО участников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Укажите какие роли выполняет каждый участник в проекте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ИДЕЯ ПРОДУКТА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87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СОСТАВЬТЕ 1-2 ИДЕИ.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1 ИДЕЯ = 1 СЛАЙД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842275" y="1304875"/>
            <a:ext cx="387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УКАЖИТЕ ССЫЛКИ НА ИСТОЧНИКИ НА ОСНОВЕ, КОТОРЫХ СФОРМИРОВАНА ИДЕЯ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LEAN CANVAS. ICP - ГИПОТЕЗА ПРОФИЛЯ КЛИЕНТА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87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СОСТАВЬТЕ 1-2 ПРОФИЛЯ.</a:t>
            </a:r>
            <a:br>
              <a:rPr lang="ru"/>
            </a:br>
            <a:r>
              <a:rPr lang="ru"/>
              <a:t>1 ПРОФИЛЬ = 1 ИДЕЯ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1 ПРОФИЛЬ = 1 СЛАЙД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LEAN CANVAS. ПРОБЛЕМА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387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LEAN CANVAS. РЕШЕНИЕ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87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LEAN CANVAS. UVP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735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LEAN CANVAS. КАНАЛЫ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735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LEAN CANVAS. СТРУКТУРА ДОХОДОВ И РАСХОДОВ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35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ДОХОДЫ (ВАШИ ПРЕДПОЛОЖЕНИЯ)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4572000" y="1152475"/>
            <a:ext cx="35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РАСХОДЫ (ВАШИ ПРЕДПОЛОЖЕНИЯ)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LEAN CANVAS. КЛЮЧЕВЫЕ МЕТРИКИ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699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МЕТРКИИ (ВАШИ ПРЕДПОЛОЖЕНИЯ)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LEAN CANVAS. НЕЧЕСТНОЕ ПРЕИМУЩЕСТВО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699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 ВАШЕГО РЕШЕНИЯ (ВАШИ ПРЕДПОЛОЖЕНИЯ)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ОПИСАНИЕ ПО ФОРМАТУ ИЗ БЛОКА 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